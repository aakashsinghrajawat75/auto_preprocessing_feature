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641"/>
            <a:ext cx="2926080" cy="1381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rPr dirty="0"/>
              <a:t>Automated Data Preprocessing, Feature</a:t>
            </a:r>
            <a:br>
              <a:rPr dirty="0"/>
            </a:br>
            <a:r>
              <a:rPr dirty="0"/>
              <a:t>Engineering &amp; Vectorization Engine</a:t>
            </a:r>
          </a:p>
          <a:p>
            <a:pPr>
              <a:spcBef>
                <a:spcPts val="800"/>
              </a:spcBef>
              <a:defRPr sz="1300">
                <a:solidFill>
                  <a:srgbClr val="F97316"/>
                </a:solidFill>
              </a:defRPr>
            </a:pPr>
            <a:r>
              <a:rPr dirty="0"/>
              <a:t>Zero-Touch Multi-Format Ingestion • Regex Auto-Sanitization • Auto-EDA • Smart Imputation • 128-d Vector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2578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97316"/>
                </a:solidFill>
              </a:defRPr>
            </a:pPr>
            <a:r>
              <a:rPr sz="1600" dirty="0"/>
              <a:t>PROBLEM STATEMENT CODE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rPr dirty="0"/>
              <a:t>SIH26156 (SR #156) &amp; SIH26099 (SR #99)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566160"/>
            <a:ext cx="52578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rPr sz="1600" dirty="0"/>
              <a:t>OFFICIAL TITLE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rPr dirty="0"/>
              <a:t>Universal Log Pre-processing &amp; Harmonization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2578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rPr sz="1600" dirty="0"/>
              <a:t>SPONSORING MINISTRY / TRACK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rPr dirty="0"/>
              <a:t>NTRO / AICTE MIC — Software Edition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846320"/>
            <a:ext cx="52578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rPr sz="1600" dirty="0"/>
              <a:t>CORE TECHNICAL INNOVATION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rPr dirty="0"/>
              <a:t>Zero-Touch Multi-Column Dense Tensor Vectorization (</a:t>
            </a:r>
            <a:r>
              <a:rPr dirty="0" err="1"/>
              <a:t>V_dense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Official Proposal Format  |  Software Track  |  Registered Team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9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IDEA / SOLUTION / PROTOTYPE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60721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800" dirty="0"/>
              <a:t>1. Proposed Solution &amp; Core Innovation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468880" cy="1165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Idea Submission Template  |  Universal AutoML &amp; Vectorization Engine  |  Team Innovation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02920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97316"/>
                </a:solidFill>
              </a:defRPr>
            </a:pPr>
            <a:r>
              <a:rPr sz="2000" dirty="0"/>
              <a:t>The Data Bottleneck &amp; Paradigm Shift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Data Scientists spend 80% of project time manually inspecting CSVs/JSONs, writing custom regex, and fixing missing NaNs.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Zero-Touch Multi-Format Ingestion: Ingests raw CSV, Excel (.xlsx), JSON (nested dict flattening), and XML tags into clean DataFrames.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Regex Auto-Sanitization: Parses embedded units ('1,450 </a:t>
            </a:r>
            <a:r>
              <a:rPr sz="1400" dirty="0" err="1"/>
              <a:t>sq.ft</a:t>
            </a:r>
            <a:r>
              <a:rPr sz="1400" dirty="0"/>
              <a:t>.' → 1450.0, '3 BHK' → 3.0, '85 Lakhs' → 85.0) automatically.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Smart Missing Value Imputation: Uses KNNImputer + Statistical Median/Mode to prevent data leakage.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Dense Vector Synthesis (V_dense): Combines numerical, categorical, and text features into a 128-d dense numerical vector matrix</a:t>
            </a:r>
            <a:r>
              <a:rPr dirty="0"/>
              <a:t>.</a:t>
            </a:r>
          </a:p>
        </p:txBody>
      </p:sp>
      <p:pic>
        <p:nvPicPr>
          <p:cNvPr id="10" name="Picture 9" descr="overview_tab_17890632772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104" y="1721296"/>
            <a:ext cx="6108032" cy="3415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OOP PIPELINE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6977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800" dirty="0"/>
              <a:t>2. Technical Approach &amp; Architecture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3679"/>
            <a:ext cx="2468880" cy="1165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Idea Submission Template  |  Universal AutoML &amp; Vectorization Engine  |  Team Innovation</a:t>
            </a:r>
          </a:p>
        </p:txBody>
      </p:sp>
      <p:pic>
        <p:nvPicPr>
          <p:cNvPr id="9" name="Picture 8" descr="regex_sanitization_tab_1789063322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5212080" cy="2914421"/>
          </a:xfrm>
          <a:prstGeom prst="rect">
            <a:avLst/>
          </a:prstGeom>
        </p:spPr>
      </p:pic>
      <p:pic>
        <p:nvPicPr>
          <p:cNvPr id="10" name="Picture 9" descr="auto_eda_tab_17890633042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5212080" cy="291442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rPr sz="2000" dirty="0"/>
              <a:t>Pure Object-Oriented Software Architecture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► BaseDataIngestor &amp; Factory Pattern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Abstract base class defining unified </a:t>
            </a:r>
            <a:r>
              <a:rPr sz="1400" dirty="0" err="1"/>
              <a:t>load_data</a:t>
            </a:r>
            <a:r>
              <a:rPr sz="1400" dirty="0"/>
              <a:t>() with </a:t>
            </a:r>
            <a:r>
              <a:rPr sz="1400" dirty="0" err="1"/>
              <a:t>DataIngestorFactory</a:t>
            </a:r>
            <a:r>
              <a:rPr sz="1400" dirty="0"/>
              <a:t> auto-selecting file parsers.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► RegexSanitizer Module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Extracts float tokens from messy text strings, automatically converting qualified columns to numeric types.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► AutoEDAEngine Profiler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Profiles dataset dimensions, missingness percentages, data types, and correlation matrices autonomously.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► MultiColumnVectorizationEngine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Fuses StandardScaler, OneHotEncoder, and TFIDFTextVectorizer + TruncatedSVD into a normalized 128-d tensor.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► Multi-Format Tensor Exporters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Exports clean matrices to NumPy (.npy), Parquet, PyTorch (.pt), CSV, and Pickle (.pkl) model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FEASIBILITY &amp; PRODUCTION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68934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800" dirty="0"/>
              <a:t>3. Feasibility, Viability &amp; Model Pickling (.pkl)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468880" cy="1165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Idea Submission Template  |  Universal AutoML &amp; Vectorization Engine  |  Team Innovation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rPr sz="2000" dirty="0"/>
              <a:t>Feasibility &amp; Risk Mitigation Strategies</a:t>
            </a:r>
            <a:endParaRPr lang="en-US" sz="2000" dirty="0"/>
          </a:p>
          <a:p>
            <a:pPr algn="ctr">
              <a:defRPr sz="1700" b="1">
                <a:solidFill>
                  <a:srgbClr val="10B981"/>
                </a:solidFill>
              </a:defRPr>
            </a:pPr>
            <a:endParaRPr sz="2000" dirty="0"/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dirty="0"/>
              <a:t>✔ </a:t>
            </a:r>
            <a:r>
              <a:rPr sz="1400" dirty="0"/>
              <a:t>High Speed &amp; Scalability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Leverages Polars / PyArrow zero-copy data structures for 10x-100x speedups over traditional Pandas workflows.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✔ Model Pickling (.pkl) Support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Fitted AutoMLPipeline instances serialize directly to .pkl files via save_model() / load_model() for instant production deployment.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✔ Robust Fallback Safeguards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Safely handles unhashable JSON dicts/lists and encoding failures with latin-1 fallback strategies.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400" dirty="0"/>
              <a:t>✔ Zero Data Leakage Imputation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Fits imputers and scalers strictly on training frames to guarantee production inference integrity.</a:t>
            </a:r>
          </a:p>
        </p:txBody>
      </p:sp>
      <p:pic>
        <p:nvPicPr>
          <p:cNvPr id="10" name="Picture 9" descr="dense_vector_tab_1789063338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24" y="1766780"/>
            <a:ext cx="5842847" cy="3267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SOCIAL, ECONOMIC &amp; TECHNICAL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6618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800" dirty="0"/>
              <a:t>4. Impact, Real-World Use Cases &amp; Benefits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3679"/>
            <a:ext cx="2468880" cy="1165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Idea Submission Template  |  Universal AutoML &amp; Vectorization Engine  |  Team Innovation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97316"/>
                </a:solidFill>
              </a:defRPr>
            </a:pPr>
            <a:r>
              <a:rPr sz="2000" dirty="0"/>
              <a:t>🎯 Target Audience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Data Scientists &amp; ML Engineers building rapid models.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Enterprise Data Teams ingesting heterogeneous logs.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SIH Hackathon Teams accelerating dataset preparation.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rPr sz="2000" dirty="0"/>
              <a:t>💡 Economic Impact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sz="1400" dirty="0"/>
              <a:t>Reduces data prep time from days to seconds.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Eliminates thousands of manual regex &amp; cleaning scripts.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Lowers compute cost via dense vector compression.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rPr sz="2000" dirty="0"/>
              <a:t>⚡ Technical Benefits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sz="1400" dirty="0"/>
              <a:t>Direct tensor export to PyTorch, XGBoost, Scikit-Learn.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Multi-format support for CSV, Excel, JSON, and XML.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400" dirty="0"/>
              <a:t>• 100% modular OOP code structure with 5/5 unit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STANDARDS, REFERENCES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66698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800" dirty="0"/>
              <a:t>5. Research, References &amp; Technology Stack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26036"/>
            <a:ext cx="2468880" cy="1165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@SIH 2026 Idea Submission Template  |  Universal AutoML &amp; Vectorization Engine  |  Team Innovation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E293B"/>
                </a:solidFill>
              </a:defRPr>
            </a:pPr>
            <a:r>
              <a:rPr sz="2400" dirty="0"/>
              <a:t>Technology Stack Blueprint</a:t>
            </a:r>
          </a:p>
          <a:p>
            <a:pPr>
              <a:defRPr sz="1200" b="1">
                <a:solidFill>
                  <a:srgbClr val="F97316"/>
                </a:solidFill>
              </a:defRPr>
            </a:pPr>
            <a:r>
              <a:rPr sz="1600" dirty="0"/>
              <a:t>▪ Core Language: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rPr sz="1400" dirty="0"/>
              <a:t>Python 3.11+ (Polars, PyArrow, Pandas, NumPy)</a:t>
            </a:r>
          </a:p>
          <a:p>
            <a:pPr>
              <a:defRPr sz="1200" b="1">
                <a:solidFill>
                  <a:srgbClr val="F97316"/>
                </a:solidFill>
              </a:defRPr>
            </a:pPr>
            <a:r>
              <a:rPr sz="1600" dirty="0"/>
              <a:t>▪ NLP &amp; Vectorization: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rPr sz="1400" dirty="0"/>
              <a:t>Scikit-Learn (TF-IDF, SVD, PCA, StandardScaler, OneHotEncoder)</a:t>
            </a:r>
          </a:p>
          <a:p>
            <a:pPr>
              <a:defRPr sz="1200" b="1">
                <a:solidFill>
                  <a:srgbClr val="F97316"/>
                </a:solidFill>
              </a:defRPr>
            </a:pPr>
            <a:r>
              <a:rPr sz="1600" dirty="0"/>
              <a:t>▪ Missing Value Engine: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rPr sz="1400" dirty="0"/>
              <a:t>IterativeImputer, KNNImputer, SimpleImputer</a:t>
            </a:r>
          </a:p>
          <a:p>
            <a:pPr>
              <a:defRPr sz="1200" b="1">
                <a:solidFill>
                  <a:srgbClr val="F97316"/>
                </a:solidFill>
              </a:defRPr>
            </a:pPr>
            <a:r>
              <a:rPr sz="1600" dirty="0"/>
              <a:t>▪ Web UI &amp; Dashboard: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rPr sz="1400" dirty="0"/>
              <a:t>Streamlit 1.62.0 (Custom dark theme, metric cards, tab view)</a:t>
            </a:r>
          </a:p>
          <a:p>
            <a:pPr>
              <a:defRPr sz="1200" b="1">
                <a:solidFill>
                  <a:srgbClr val="F97316"/>
                </a:solidFill>
              </a:defRPr>
            </a:pPr>
            <a:r>
              <a:rPr sz="1600" dirty="0"/>
              <a:t>▪ Model Pickling &amp; Export: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rPr sz="1400" dirty="0"/>
              <a:t>Pickle (.pkl), PyTorch (.pt), Parquet, NumPy (.npy)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rPr sz="2400" dirty="0"/>
              <a:t>Research Papers &amp; Official References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dirty="0"/>
              <a:t>🔗 </a:t>
            </a:r>
            <a:r>
              <a:rPr sz="1600" dirty="0"/>
              <a:t>SIH 2026 Problem Statement SIH26156 (SR #156)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Universal Log / Data Pre-processing Framework — NTRO Software Edition.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600" dirty="0"/>
              <a:t>🔗 SIH 2026 Problem Statement SIH26099 (SR #99)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AI-Driven Material Standardization &amp; Harmonization of Multi-Column Tabular Codes.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600" dirty="0"/>
              <a:t>🔗 Scikit-Learn Transformer &amp; Pipeline Architecture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API Design for Estimators, Transformers, and Fit/Transform Serialization.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rPr sz="1600" dirty="0"/>
              <a:t>🔗 BGE-M3 &amp; SentenceTransformers Architectures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rPr sz="1400" dirty="0"/>
              <a:t>Multi-Stage Semantic Embeddings &amp; Dense Feature Representation for Tabular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>
            <a:extLst>
              <a:ext uri="{FF2B5EF4-FFF2-40B4-BE49-F238E27FC236}">
                <a16:creationId xmlns:a16="http://schemas.microsoft.com/office/drawing/2014/main" id="{2DE4C0DF-5E82-2BE6-12CC-75DFC6158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176" y="136669"/>
            <a:ext cx="2468880" cy="1165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533BC2-D8B4-A082-5DC5-4CF95FDD74EF}"/>
              </a:ext>
            </a:extLst>
          </p:cNvPr>
          <p:cNvSpPr txBox="1"/>
          <p:nvPr/>
        </p:nvSpPr>
        <p:spPr>
          <a:xfrm>
            <a:off x="4361783" y="2505670"/>
            <a:ext cx="31668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F9CAD-4A74-0F45-22E9-D8507D7AF824}"/>
              </a:ext>
            </a:extLst>
          </p:cNvPr>
          <p:cNvSpPr txBox="1"/>
          <p:nvPr/>
        </p:nvSpPr>
        <p:spPr>
          <a:xfrm>
            <a:off x="1127051" y="3912780"/>
            <a:ext cx="323473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yuthaya" pitchFamily="2" charset="-34"/>
                <a:ea typeface="Ayuthaya" pitchFamily="2" charset="-34"/>
                <a:cs typeface="Ayuthaya" pitchFamily="2" charset="-34"/>
              </a:rPr>
              <a:t>Team</a:t>
            </a:r>
            <a:r>
              <a:rPr lang="en-US" sz="2400" dirty="0">
                <a:latin typeface="Ayuthaya" pitchFamily="2" charset="-34"/>
                <a:ea typeface="Ayuthaya" pitchFamily="2" charset="-34"/>
                <a:cs typeface="Ayuthaya" pitchFamily="2" charset="-34"/>
              </a:rPr>
              <a:t>: Predictor</a:t>
            </a:r>
          </a:p>
          <a:p>
            <a:r>
              <a:rPr lang="en-US" b="1" dirty="0"/>
              <a:t>Member</a:t>
            </a:r>
            <a:r>
              <a:rPr lang="en-US" dirty="0"/>
              <a:t>:  Aakash (Team Leader)</a:t>
            </a:r>
          </a:p>
          <a:p>
            <a:r>
              <a:rPr lang="en-US" dirty="0"/>
              <a:t>		 </a:t>
            </a:r>
            <a:r>
              <a:rPr lang="en-US" dirty="0" err="1"/>
              <a:t>Aakriti</a:t>
            </a:r>
            <a:r>
              <a:rPr lang="en-US" dirty="0"/>
              <a:t> Agrawal</a:t>
            </a:r>
          </a:p>
          <a:p>
            <a:r>
              <a:rPr lang="en-US" dirty="0"/>
              <a:t>		 Nitin </a:t>
            </a:r>
            <a:r>
              <a:rPr lang="en-US" dirty="0" err="1"/>
              <a:t>Deshwal</a:t>
            </a:r>
            <a:endParaRPr lang="en-US" dirty="0"/>
          </a:p>
          <a:p>
            <a:r>
              <a:rPr lang="en-US" dirty="0"/>
              <a:t>		 Kunal Sharma</a:t>
            </a:r>
          </a:p>
          <a:p>
            <a:r>
              <a:rPr lang="en-US" dirty="0"/>
              <a:t>		 Umar </a:t>
            </a:r>
            <a:r>
              <a:rPr lang="en-US" dirty="0" err="1"/>
              <a:t>Faruque</a:t>
            </a:r>
            <a:endParaRPr lang="en-US" dirty="0"/>
          </a:p>
          <a:p>
            <a:r>
              <a:rPr lang="en-US" dirty="0"/>
              <a:t>		 Yashwant Kumar</a:t>
            </a:r>
          </a:p>
        </p:txBody>
      </p:sp>
    </p:spTree>
    <p:extLst>
      <p:ext uri="{BB962C8B-B14F-4D97-AF65-F5344CB8AC3E}">
        <p14:creationId xmlns:p14="http://schemas.microsoft.com/office/powerpoint/2010/main" val="43887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862</Words>
  <Application>Microsoft Macintosh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Ayuthaya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kushwah</cp:lastModifiedBy>
  <cp:revision>4</cp:revision>
  <dcterms:created xsi:type="dcterms:W3CDTF">2013-01-27T09:14:16Z</dcterms:created>
  <dcterms:modified xsi:type="dcterms:W3CDTF">2026-09-11T07:24:14Z</dcterms:modified>
  <cp:category/>
</cp:coreProperties>
</file>